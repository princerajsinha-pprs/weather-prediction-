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presentation" id="{051df759-d95b-ee60-bd0a-be8b4180c97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Extra templates" id="{770b589a-fe30-4b5c-4d78-862c3169c88a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WeatherCast — Python Weather App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WeatherCast — Python Weather App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80160"/>
            <a:ext cx="45720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45720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801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WeatherCast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Python Weather Prediction App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Tkinter GUI  •  Open-Meteo API</a:t>
            </a:r>
            <a:endParaRPr lang="en-US" sz="1800" dirty="0"/>
          </a:p>
        </p:txBody>
      </p:sp>
      <p:pic>
        <p:nvPicPr>
          <p:cNvPr id="4" name="Image 0" descr="WeatherCast app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005840"/>
            <a:ext cx="3200400" cy="26243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Project presentation  |  Python Mini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1. Introduction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WeatherCast is a desktop weather app written in Python with the Tkinter GUI toolkit. It fetches live data from the free Open-Meteo API and shows it in a clean, colour-adaptive interface.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Search any Indian city (or worldwide)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Live conditions, 48-hour and 7-day forecast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Air quality: US AQI, PM2.5 and PM10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API key and no extra libraries needed</a:t>
            </a:r>
            <a:endParaRPr lang="en-US" sz="1400" dirty="0"/>
          </a:p>
        </p:txBody>
      </p:sp>
      <p:sp>
        <p:nvSpPr>
          <p:cNvPr id="4" name="Stat 25"/>
          <p:cNvSpPr txBox="1"/>
          <p:nvPr/>
        </p:nvSpPr>
        <p:spPr>
          <a:xfrm>
            <a:off x="5486400" y="1188720"/>
            <a:ext cx="32004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25</a:t>
            </a:r>
            <a:endParaRPr lang="en-US" sz="3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Indian cities preloaded for instant search</a:t>
            </a:r>
            <a:endParaRPr lang="en-US" sz="3400" dirty="0"/>
          </a:p>
        </p:txBody>
      </p:sp>
      <p:sp>
        <p:nvSpPr>
          <p:cNvPr id="5" name="Stat 3"/>
          <p:cNvSpPr txBox="1"/>
          <p:nvPr/>
        </p:nvSpPr>
        <p:spPr>
          <a:xfrm>
            <a:off x="5486400" y="2331720"/>
            <a:ext cx="32004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3</a:t>
            </a:r>
            <a:endParaRPr lang="en-US" sz="3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Views: Now, 48-Hour and 7-Day</a:t>
            </a:r>
            <a:endParaRPr lang="en-US" sz="3400" dirty="0"/>
          </a:p>
        </p:txBody>
      </p:sp>
      <p:sp>
        <p:nvSpPr>
          <p:cNvPr id="6" name="Stat 0"/>
          <p:cNvSpPr txBox="1"/>
          <p:nvPr/>
        </p:nvSpPr>
        <p:spPr>
          <a:xfrm>
            <a:off x="5486400" y="3474720"/>
            <a:ext cx="32004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0</a:t>
            </a:r>
            <a:endParaRPr lang="en-US" sz="3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API keys or pip installs required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2. Objectives</a:t>
            </a:r>
            <a:endParaRPr lang="en-US" sz="3000" dirty="0"/>
          </a:p>
        </p:txBody>
      </p:sp>
      <p:sp>
        <p:nvSpPr>
          <p:cNvPr id="3" name="Card 01  Real-time weather"/>
          <p:cNvSpPr txBox="1"/>
          <p:nvPr/>
        </p:nvSpPr>
        <p:spPr>
          <a:xfrm>
            <a:off x="457200" y="118872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01  Real-time weather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Show live temperature, humidity, wind, pressure and UV index.</a:t>
            </a:r>
            <a:endParaRPr lang="en-US" sz="1500" dirty="0"/>
          </a:p>
        </p:txBody>
      </p:sp>
      <p:sp>
        <p:nvSpPr>
          <p:cNvPr id="4" name="Card 02  Reliable forecasts"/>
          <p:cNvSpPr txBox="1"/>
          <p:nvPr/>
        </p:nvSpPr>
        <p:spPr>
          <a:xfrm>
            <a:off x="4663440" y="118872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02  Reliable forecasts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Provide a 48-hour table and a 7-day outlook with rain chances.</a:t>
            </a:r>
            <a:endParaRPr lang="en-US" sz="1500" dirty="0"/>
          </a:p>
        </p:txBody>
      </p:sp>
      <p:sp>
        <p:nvSpPr>
          <p:cNvPr id="5" name="Card 03  Easy city search"/>
          <p:cNvSpPr txBox="1"/>
          <p:nvPr/>
        </p:nvSpPr>
        <p:spPr>
          <a:xfrm>
            <a:off x="457200" y="233172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03  Easy city search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Geocode any city name; 25 quick-select chips for Indian cities.</a:t>
            </a:r>
            <a:endParaRPr lang="en-US" sz="1500" dirty="0"/>
          </a:p>
        </p:txBody>
      </p:sp>
      <p:sp>
        <p:nvSpPr>
          <p:cNvPr id="6" name="Card 04  Air-quality insight"/>
          <p:cNvSpPr txBox="1"/>
          <p:nvPr/>
        </p:nvSpPr>
        <p:spPr>
          <a:xfrm>
            <a:off x="4663440" y="233172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04  Air-quality insight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Display US AQI, PM2.5 and PM10 with a health label.</a:t>
            </a:r>
            <a:endParaRPr lang="en-US" sz="1500" dirty="0"/>
          </a:p>
        </p:txBody>
      </p:sp>
      <p:sp>
        <p:nvSpPr>
          <p:cNvPr id="7" name="Card 05  Smooth experience"/>
          <p:cNvSpPr txBox="1"/>
          <p:nvPr/>
        </p:nvSpPr>
        <p:spPr>
          <a:xfrm>
            <a:off x="457200" y="347472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05  Smooth experience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 background threads so the window never freezes.</a:t>
            </a:r>
            <a:endParaRPr lang="en-US" sz="1500" dirty="0"/>
          </a:p>
        </p:txBody>
      </p:sp>
      <p:sp>
        <p:nvSpPr>
          <p:cNvPr id="8" name="Card 06  Adaptive design"/>
          <p:cNvSpPr txBox="1"/>
          <p:nvPr/>
        </p:nvSpPr>
        <p:spPr>
          <a:xfrm>
            <a:off x="4663440" y="347472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06  Adaptive design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Theme changes with weather; °C / °F toggle on one click.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3. Technology used</a:t>
            </a:r>
            <a:endParaRPr lang="en-US" sz="3000" dirty="0"/>
          </a:p>
        </p:txBody>
      </p:sp>
      <p:sp>
        <p:nvSpPr>
          <p:cNvPr id="3" name="Card Python 3"/>
          <p:cNvSpPr txBox="1"/>
          <p:nvPr/>
        </p:nvSpPr>
        <p:spPr>
          <a:xfrm>
            <a:off x="457200" y="1188720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Python 3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Core programming language</a:t>
            </a:r>
            <a:endParaRPr lang="en-US" sz="1300" dirty="0"/>
          </a:p>
        </p:txBody>
      </p:sp>
      <p:sp>
        <p:nvSpPr>
          <p:cNvPr id="4" name="Card Tkinter / ttk"/>
          <p:cNvSpPr txBox="1"/>
          <p:nvPr/>
        </p:nvSpPr>
        <p:spPr>
          <a:xfrm>
            <a:off x="457200" y="1883664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Tkinter / ttk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GUI: windows, tabs, canvas, tables</a:t>
            </a:r>
            <a:endParaRPr lang="en-US" sz="1300" dirty="0"/>
          </a:p>
        </p:txBody>
      </p:sp>
      <p:sp>
        <p:nvSpPr>
          <p:cNvPr id="5" name="Card urllib + json + ssl"/>
          <p:cNvSpPr txBox="1"/>
          <p:nvPr/>
        </p:nvSpPr>
        <p:spPr>
          <a:xfrm>
            <a:off x="457200" y="2578608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urllib + json + ssl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HTTP requests and JSON parsing</a:t>
            </a:r>
            <a:endParaRPr lang="en-US" sz="1300" dirty="0"/>
          </a:p>
        </p:txBody>
      </p:sp>
      <p:sp>
        <p:nvSpPr>
          <p:cNvPr id="6" name="Card threading + queue"/>
          <p:cNvSpPr txBox="1"/>
          <p:nvPr/>
        </p:nvSpPr>
        <p:spPr>
          <a:xfrm>
            <a:off x="457200" y="3273552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threading + queue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Background loading, thread-safe UI updates</a:t>
            </a:r>
            <a:endParaRPr lang="en-US" sz="1300" dirty="0"/>
          </a:p>
        </p:txBody>
      </p:sp>
      <p:sp>
        <p:nvSpPr>
          <p:cNvPr id="7" name="Card datetime + math"/>
          <p:cNvSpPr txBox="1"/>
          <p:nvPr/>
        </p:nvSpPr>
        <p:spPr>
          <a:xfrm>
            <a:off x="457200" y="3968496"/>
            <a:ext cx="40233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datetime + math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Local time, sun arc and wind compass</a:t>
            </a:r>
            <a:endParaRPr lang="en-US" sz="1300" dirty="0"/>
          </a:p>
        </p:txBody>
      </p:sp>
      <p:pic>
        <p:nvPicPr>
          <p:cNvPr id="8" name="Image 0" descr="Imports 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97925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754880" y="424112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Imports — lines 7–18 of weather_app.py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4. Application screenshots</a:t>
            </a:r>
            <a:endParaRPr lang="en-US" sz="3000" dirty="0"/>
          </a:p>
        </p:txBody>
      </p:sp>
      <p:pic>
        <p:nvPicPr>
          <p:cNvPr id="3" name="Image 0" descr="Now tab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2606040" cy="213695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38328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Now tab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Temperature card, humidity, wind, UV, pressure tiles, AQI, sun arc and wind compass.</a:t>
            </a:r>
            <a:endParaRPr lang="en-US" sz="1400" dirty="0"/>
          </a:p>
        </p:txBody>
      </p:sp>
      <p:pic>
        <p:nvPicPr>
          <p:cNvPr id="5" name="Image 1" descr="48-Hour tab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980" y="1097280"/>
            <a:ext cx="2606040" cy="213695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268980" y="338328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48-Hour tab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Hourly table: time, icon, temperature, feels-like, rain % and condition.</a:t>
            </a:r>
            <a:endParaRPr lang="en-US" sz="1400" dirty="0"/>
          </a:p>
        </p:txBody>
      </p:sp>
      <p:pic>
        <p:nvPicPr>
          <p:cNvPr id="7" name="Image 2" descr="7-Day tab screensh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097280"/>
            <a:ext cx="2606040" cy="2136953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080760" y="338328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7-Day tab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Daily outlook with temperature bars, rain chance, UV and a week summary.</a:t>
            </a:r>
            <a:endParaRPr lang="en-US" sz="1400" dirty="0"/>
          </a:p>
        </p:txBody>
      </p:sp>
      <p:sp>
        <p:nvSpPr>
          <p:cNvPr id="9" name="Text 4"/>
          <p:cNvSpPr txBox="1"/>
          <p:nvPr/>
        </p:nvSpPr>
        <p:spPr>
          <a:xfrm>
            <a:off x="457200" y="45262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Screenshots captured from the running app (sample data for Raipur).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5. Working principle</a:t>
            </a:r>
            <a:endParaRPr lang="en-US" sz="3000" dirty="0"/>
          </a:p>
        </p:txBody>
      </p:sp>
      <p:sp>
        <p:nvSpPr>
          <p:cNvPr id="3" name="Step 1"/>
          <p:cNvSpPr txBox="1"/>
          <p:nvPr/>
        </p:nvSpPr>
        <p:spPr>
          <a:xfrm>
            <a:off x="457200" y="118872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188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User searches a city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Type a name or tap a city chip.</a:t>
            </a:r>
            <a:endParaRPr lang="en-US" sz="1400" dirty="0"/>
          </a:p>
        </p:txBody>
      </p:sp>
      <p:sp>
        <p:nvSpPr>
          <p:cNvPr id="5" name="Step 2"/>
          <p:cNvSpPr txBox="1"/>
          <p:nvPr/>
        </p:nvSpPr>
        <p:spPr>
          <a:xfrm>
            <a:off x="457200" y="184708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470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Geocoding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City name becomes latitude / longitude.</a:t>
            </a:r>
            <a:endParaRPr lang="en-US" sz="1400" dirty="0"/>
          </a:p>
        </p:txBody>
      </p:sp>
      <p:sp>
        <p:nvSpPr>
          <p:cNvPr id="7" name="Step 3"/>
          <p:cNvSpPr txBox="1"/>
          <p:nvPr/>
        </p:nvSpPr>
        <p:spPr>
          <a:xfrm>
            <a:off x="457200" y="250545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50545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Worker thread fetches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Weather and AQI APIs are called off the UI thread.</a:t>
            </a:r>
            <a:endParaRPr lang="en-US" sz="1400" dirty="0"/>
          </a:p>
        </p:txBody>
      </p:sp>
      <p:sp>
        <p:nvSpPr>
          <p:cNvPr id="9" name="Step 4"/>
          <p:cNvSpPr txBox="1"/>
          <p:nvPr/>
        </p:nvSpPr>
        <p:spPr>
          <a:xfrm>
            <a:off x="457200" y="316382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6382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Queue hands result back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_poll_queue() runs every 100 ms.</a:t>
            </a:r>
            <a:endParaRPr lang="en-US" sz="1400" dirty="0"/>
          </a:p>
        </p:txBody>
      </p:sp>
      <p:sp>
        <p:nvSpPr>
          <p:cNvPr id="11" name="Step 5"/>
          <p:cNvSpPr txBox="1"/>
          <p:nvPr/>
        </p:nvSpPr>
        <p:spPr>
          <a:xfrm>
            <a:off x="457200" y="382219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8221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Render screen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_render_all() picks theme and draws all tabs.</a:t>
            </a:r>
            <a:endParaRPr lang="en-US" sz="1400" dirty="0"/>
          </a:p>
        </p:txBody>
      </p:sp>
      <p:pic>
        <p:nvPicPr>
          <p:cNvPr id="13" name="Image 0" descr="Worker thread 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188720"/>
            <a:ext cx="3749040" cy="87954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937760" y="21414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_load_data() — lines 359–367</a:t>
            </a:r>
            <a:endParaRPr lang="en-US" sz="1050" dirty="0"/>
          </a:p>
        </p:txBody>
      </p:sp>
      <p:sp>
        <p:nvSpPr>
          <p:cNvPr id="15" name="Card Why a queue?"/>
          <p:cNvSpPr txBox="1"/>
          <p:nvPr/>
        </p:nvSpPr>
        <p:spPr>
          <a:xfrm>
            <a:off x="4937760" y="3520440"/>
            <a:ext cx="374904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Why a queue?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Tkinter is not thread-safe, so the worker only posts a function to the queue; the UI thread runs 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6. API integration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3891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fetch_weather()  L111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_load_data()  L362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Geocoding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geocode()  L88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_load_data()  L361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 quality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fetch_aqi()  L68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_load_data()  L364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D"/>
                    </a:solidFill>
                  </a:tcPr>
                </a:tc>
              </a:tr>
            </a:tbl>
          </a:graphicData>
        </a:graphic>
      </p:graphicFrame>
      <p:sp>
        <p:nvSpPr>
          <p:cNvPr id="4" name="Card Where to use it in the code"/>
          <p:cNvSpPr txBox="1"/>
          <p:nvPr/>
        </p:nvSpPr>
        <p:spPr>
          <a:xfrm>
            <a:off x="457200" y="3200400"/>
            <a:ext cx="43891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Where to use it in the code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URLs are set at lines 21–25. Call them only inside _load_data() (worker thread). All requests go through fetch_json() L74, which also retries on SSL errors. No API key is needed.</a:t>
            </a:r>
            <a:endParaRPr lang="en-US" sz="1300" dirty="0"/>
          </a:p>
        </p:txBody>
      </p:sp>
      <p:pic>
        <p:nvPicPr>
          <p:cNvPr id="5" name="Image 0" descr="fetch_weather 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188720"/>
            <a:ext cx="3566160" cy="116768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120640" y="2411265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fetch_weather() — lines 111–123</a:t>
            </a:r>
            <a:endParaRPr lang="en-US" sz="1050" dirty="0"/>
          </a:p>
        </p:txBody>
      </p:sp>
      <p:pic>
        <p:nvPicPr>
          <p:cNvPr id="7" name="Image 1" descr="API call si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722161"/>
            <a:ext cx="3566160" cy="74615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120640" y="3523175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API calls in _load_data() — lines 361–364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7. Advantages</a:t>
            </a:r>
            <a:endParaRPr lang="en-US" sz="3000" dirty="0"/>
          </a:p>
        </p:txBody>
      </p:sp>
      <p:sp>
        <p:nvSpPr>
          <p:cNvPr id="3" name="Card Free to use"/>
          <p:cNvSpPr txBox="1"/>
          <p:nvPr/>
        </p:nvSpPr>
        <p:spPr>
          <a:xfrm>
            <a:off x="457200" y="118872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Free to use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Open-Meteo needs no API key, account or billing.</a:t>
            </a:r>
            <a:endParaRPr lang="en-US" sz="1600" dirty="0"/>
          </a:p>
        </p:txBody>
      </p:sp>
      <p:sp>
        <p:nvSpPr>
          <p:cNvPr id="4" name="Card Zero setup"/>
          <p:cNvSpPr txBox="1"/>
          <p:nvPr/>
        </p:nvSpPr>
        <p:spPr>
          <a:xfrm>
            <a:off x="3246120" y="118872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Zero setup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Uses only the Python standard library.</a:t>
            </a:r>
            <a:endParaRPr lang="en-US" sz="1600" dirty="0"/>
          </a:p>
        </p:txBody>
      </p:sp>
      <p:sp>
        <p:nvSpPr>
          <p:cNvPr id="5" name="Card Never freezes"/>
          <p:cNvSpPr txBox="1"/>
          <p:nvPr/>
        </p:nvSpPr>
        <p:spPr>
          <a:xfrm>
            <a:off x="6035040" y="118872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Never freezes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Threads + queue keep the UI responsive.</a:t>
            </a:r>
            <a:endParaRPr lang="en-US" sz="1600" dirty="0"/>
          </a:p>
        </p:txBody>
      </p:sp>
      <p:sp>
        <p:nvSpPr>
          <p:cNvPr id="6" name="Card Rich data"/>
          <p:cNvSpPr txBox="1"/>
          <p:nvPr/>
        </p:nvSpPr>
        <p:spPr>
          <a:xfrm>
            <a:off x="457200" y="292608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Rich data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Weather, AQI, UV, wind, sunrise and sunset.</a:t>
            </a:r>
            <a:endParaRPr lang="en-US" sz="1600" dirty="0"/>
          </a:p>
        </p:txBody>
      </p:sp>
      <p:sp>
        <p:nvSpPr>
          <p:cNvPr id="7" name="Card Smart themes"/>
          <p:cNvSpPr txBox="1"/>
          <p:nvPr/>
        </p:nvSpPr>
        <p:spPr>
          <a:xfrm>
            <a:off x="3246120" y="292608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Smart themes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Colours change for day, night, rain, snow, storm.</a:t>
            </a:r>
            <a:endParaRPr lang="en-US" sz="1600" dirty="0"/>
          </a:p>
        </p:txBody>
      </p:sp>
      <p:sp>
        <p:nvSpPr>
          <p:cNvPr id="8" name="Card Resilient"/>
          <p:cNvSpPr txBox="1"/>
          <p:nvPr/>
        </p:nvSpPr>
        <p:spPr>
          <a:xfrm>
            <a:off x="6035040" y="292608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Resilient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Retries SSL errors; AQI failure never breaks the app.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8. Feature enhancements</a:t>
            </a:r>
            <a:endParaRPr lang="en-US" sz="3000" dirty="0"/>
          </a:p>
        </p:txBody>
      </p:sp>
      <p:sp>
        <p:nvSpPr>
          <p:cNvPr id="3" name="Step 1"/>
          <p:cNvSpPr txBox="1"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2344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Weather alerts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Notify users about storms, heat waves and heavy rain.</a:t>
            </a:r>
            <a:endParaRPr lang="en-US" sz="1400" dirty="0"/>
          </a:p>
        </p:txBody>
      </p:sp>
      <p:sp>
        <p:nvSpPr>
          <p:cNvPr id="5" name="Step 2"/>
          <p:cNvSpPr txBox="1"/>
          <p:nvPr/>
        </p:nvSpPr>
        <p:spPr>
          <a:xfrm>
            <a:off x="4754880" y="1234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349240" y="12344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Interactive charts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Plot temperature and rain trends with matplotlib.</a:t>
            </a:r>
            <a:endParaRPr lang="en-US" sz="1400" dirty="0"/>
          </a:p>
        </p:txBody>
      </p:sp>
      <p:sp>
        <p:nvSpPr>
          <p:cNvPr id="7" name="Step 3"/>
          <p:cNvSpPr txBox="1"/>
          <p:nvPr/>
        </p:nvSpPr>
        <p:spPr>
          <a:xfrm>
            <a:off x="457200" y="2377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3774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Auto location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Detect the user's city using IP or GPS.</a:t>
            </a:r>
            <a:endParaRPr lang="en-US" sz="1400" dirty="0"/>
          </a:p>
        </p:txBody>
      </p:sp>
      <p:sp>
        <p:nvSpPr>
          <p:cNvPr id="9" name="Step 4"/>
          <p:cNvSpPr txBox="1"/>
          <p:nvPr/>
        </p:nvSpPr>
        <p:spPr>
          <a:xfrm>
            <a:off x="4754880" y="2377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349240" y="23774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Favourites &amp; history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Save cities and searches in JSON or SQLite.</a:t>
            </a:r>
            <a:endParaRPr lang="en-US" sz="1400" dirty="0"/>
          </a:p>
        </p:txBody>
      </p:sp>
      <p:sp>
        <p:nvSpPr>
          <p:cNvPr id="11" name="Step 5"/>
          <p:cNvSpPr txBox="1"/>
          <p:nvPr/>
        </p:nvSpPr>
        <p:spPr>
          <a:xfrm>
            <a:off x="457200" y="3520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5204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Radar &amp; maps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Show rain and cloud maps for the selected city.</a:t>
            </a:r>
            <a:endParaRPr lang="en-US" sz="1400" dirty="0"/>
          </a:p>
        </p:txBody>
      </p:sp>
      <p:sp>
        <p:nvSpPr>
          <p:cNvPr id="13" name="Step 6"/>
          <p:cNvSpPr txBox="1"/>
          <p:nvPr/>
        </p:nvSpPr>
        <p:spPr>
          <a:xfrm>
            <a:off x="4754880" y="3520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35204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Languages &amp; packaging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Add Hindi UI and ship as a Windows .exe.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9. 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WeatherCast shows how a complete, useful desktop app can be built with only Python's standard library and a free public API.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It combines API integration, multi-threading and a dynamic Tkinter interface, and it can grow with alerts, charts and maps.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5" name="Card Live data"/>
          <p:cNvSpPr txBox="1"/>
          <p:nvPr/>
        </p:nvSpPr>
        <p:spPr>
          <a:xfrm>
            <a:off x="5303520" y="1188720"/>
            <a:ext cx="338328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Live data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Open-Meteo weather + AQI</a:t>
            </a:r>
            <a:endParaRPr lang="en-US" sz="1600" dirty="0"/>
          </a:p>
        </p:txBody>
      </p:sp>
      <p:sp>
        <p:nvSpPr>
          <p:cNvPr id="6" name="Card Responsive"/>
          <p:cNvSpPr txBox="1"/>
          <p:nvPr/>
        </p:nvSpPr>
        <p:spPr>
          <a:xfrm>
            <a:off x="5303520" y="2331720"/>
            <a:ext cx="338328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Responsive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Thread + queue design</a:t>
            </a:r>
            <a:endParaRPr lang="en-US" sz="1600" dirty="0"/>
          </a:p>
        </p:txBody>
      </p:sp>
      <p:sp>
        <p:nvSpPr>
          <p:cNvPr id="7" name="Card Extensible"/>
          <p:cNvSpPr txBox="1"/>
          <p:nvPr/>
        </p:nvSpPr>
        <p:spPr>
          <a:xfrm>
            <a:off x="5303520" y="3474720"/>
            <a:ext cx="338328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Extensible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Clear functions, easy to enhance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Template A: image + text</a:t>
            </a:r>
            <a:endParaRPr lang="en-US" sz="3000" dirty="0"/>
          </a:p>
        </p:txBody>
      </p:sp>
      <p:pic>
        <p:nvPicPr>
          <p:cNvPr id="3" name="Image 0" descr="Sample 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014439" cy="3291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846320" y="128016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Your heading here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Replace the image on the left with any screenshot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Keep three or four short points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 it for demos, results or diagrams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Template B: stats + comparison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26517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00</a:t>
            </a:r>
            <a:endParaRPr lang="en-US" sz="3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Label one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3246120" y="1188720"/>
            <a:ext cx="26517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00</a:t>
            </a:r>
            <a:endParaRPr lang="en-US" sz="3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Label two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1188720"/>
            <a:ext cx="26517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00</a:t>
            </a:r>
            <a:endParaRPr lang="en-US" sz="3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Label three</a:t>
            </a:r>
            <a:endParaRPr lang="en-US" sz="3200" dirty="0"/>
          </a:p>
        </p:txBody>
      </p:sp>
      <p:sp>
        <p:nvSpPr>
          <p:cNvPr id="6" name="Card Before"/>
          <p:cNvSpPr txBox="1"/>
          <p:nvPr/>
        </p:nvSpPr>
        <p:spPr>
          <a:xfrm>
            <a:off x="457200" y="2560320"/>
            <a:ext cx="40233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Before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Describe the old way or the problem here.</a:t>
            </a:r>
            <a:endParaRPr lang="en-US" sz="1800" dirty="0"/>
          </a:p>
        </p:txBody>
      </p:sp>
      <p:sp>
        <p:nvSpPr>
          <p:cNvPr id="7" name="Card After"/>
          <p:cNvSpPr txBox="1"/>
          <p:nvPr/>
        </p:nvSpPr>
        <p:spPr>
          <a:xfrm>
            <a:off x="4663440" y="2560320"/>
            <a:ext cx="4023360" cy="19202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After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Describe the new way or the solution here.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801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Questions &amp; discussion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Your name  •  Class / Roll no.</a:t>
            </a:r>
            <a:endParaRPr lang="en-US" sz="1800" dirty="0"/>
          </a:p>
        </p:txBody>
      </p:sp>
      <p:pic>
        <p:nvPicPr>
          <p:cNvPr id="4" name="Image 0" descr="App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005840"/>
            <a:ext cx="3200400" cy="26243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eatherCast">
  <a:themeElements>
    <a:clrScheme name="WeatherCast">
      <a:dk1>
        <a:srgbClr val="0D1B3E"/>
      </a:dk1>
      <a:lt1>
        <a:srgbClr val="FFFFFF"/>
      </a:lt1>
      <a:dk2>
        <a:srgbClr val="1560BE"/>
      </a:dk2>
      <a:lt2>
        <a:srgbClr val="EAF2FD"/>
      </a:lt2>
      <a:accent1>
        <a:srgbClr val="1E78E8"/>
      </a:accent1>
      <a:accent2>
        <a:srgbClr val="FFD700"/>
      </a:accent2>
      <a:accent3>
        <a:srgbClr val="74C0FC"/>
      </a:accent3>
      <a:accent4>
        <a:srgbClr val="2C9F6B"/>
      </a:accent4>
      <a:accent5>
        <a:srgbClr val="E8743B"/>
      </a:accent5>
      <a:accent6>
        <a:srgbClr val="8A6FE8"/>
      </a:accent6>
      <a:hlink>
        <a:srgbClr val="1E78E8"/>
      </a:hlink>
      <a:folHlink>
        <a:srgbClr val="8A6FE8"/>
      </a:folHlink>
    </a:clrScheme>
    <a:fontScheme name="WeatherCas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WeatherCast – Python Weather App</dc:title>
  <dc:subject>PptxGenJS Presentation</dc:subject>
  <dc:creator>PptxGenJS</dc:creator>
  <cp:lastModifiedBy>PptxGenJS</cp:lastModifiedBy>
  <cp:revision>1</cp:revision>
  <dcterms:created xsi:type="dcterms:W3CDTF">2026-10-02T16:53:54Z</dcterms:created>
  <dcterms:modified xsi:type="dcterms:W3CDTF">2026-10-02T16:53:54Z</dcterms:modified>
</cp:coreProperties>
</file>